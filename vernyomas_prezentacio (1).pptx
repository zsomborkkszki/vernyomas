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1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73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37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72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84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3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8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13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5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7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7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5492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45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6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22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19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0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78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 err="1"/>
              <a:t>Vérnyomáskezelő</a:t>
            </a:r>
            <a:r>
              <a:rPr dirty="0"/>
              <a:t> </a:t>
            </a:r>
            <a:r>
              <a:rPr dirty="0" err="1"/>
              <a:t>Konzolos</a:t>
            </a:r>
            <a:r>
              <a:rPr dirty="0"/>
              <a:t> </a:t>
            </a:r>
            <a:r>
              <a:rPr dirty="0" err="1"/>
              <a:t>Alkalmazás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Szilágyi zsombor, </a:t>
            </a:r>
            <a:r>
              <a:rPr lang="hu-HU" dirty="0" err="1"/>
              <a:t>ádám</a:t>
            </a:r>
            <a:r>
              <a:rPr lang="hu-HU" dirty="0"/>
              <a:t> </a:t>
            </a:r>
            <a:r>
              <a:rPr lang="hu-HU" dirty="0" err="1"/>
              <a:t>nándor</a:t>
            </a:r>
            <a:r>
              <a:rPr lang="hu-HU" dirty="0"/>
              <a:t>, nagy </a:t>
            </a:r>
            <a:r>
              <a:rPr lang="hu-HU" dirty="0" err="1"/>
              <a:t>szabolcs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Rendszeráttekintés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Konzolos</a:t>
            </a:r>
            <a:r>
              <a:rPr dirty="0"/>
              <a:t> </a:t>
            </a:r>
            <a:r>
              <a:rPr dirty="0" err="1"/>
              <a:t>vérnyomáskezelő</a:t>
            </a:r>
            <a:r>
              <a:rPr dirty="0"/>
              <a:t> </a:t>
            </a:r>
            <a:r>
              <a:rPr dirty="0" err="1"/>
              <a:t>rendszer</a:t>
            </a:r>
            <a:endParaRPr dirty="0"/>
          </a:p>
          <a:p>
            <a:r>
              <a:rPr dirty="0"/>
              <a:t> </a:t>
            </a:r>
            <a:r>
              <a:rPr dirty="0" err="1"/>
              <a:t>Regisztráció</a:t>
            </a:r>
            <a:r>
              <a:rPr dirty="0"/>
              <a:t>, </a:t>
            </a:r>
            <a:r>
              <a:rPr dirty="0" err="1"/>
              <a:t>bejelentkezés</a:t>
            </a:r>
            <a:endParaRPr dirty="0"/>
          </a:p>
          <a:p>
            <a:r>
              <a:rPr dirty="0"/>
              <a:t> </a:t>
            </a:r>
            <a:r>
              <a:rPr dirty="0" err="1"/>
              <a:t>Vérnyomásadatok</a:t>
            </a:r>
            <a:r>
              <a:rPr dirty="0"/>
              <a:t> </a:t>
            </a:r>
            <a:r>
              <a:rPr dirty="0" err="1"/>
              <a:t>tárolása</a:t>
            </a:r>
            <a:r>
              <a:rPr dirty="0"/>
              <a:t>, </a:t>
            </a:r>
            <a:r>
              <a:rPr dirty="0" err="1"/>
              <a:t>értékelése</a:t>
            </a:r>
            <a:endParaRPr dirty="0"/>
          </a:p>
          <a:p>
            <a:r>
              <a:rPr dirty="0"/>
              <a:t> </a:t>
            </a:r>
            <a:r>
              <a:rPr dirty="0" err="1"/>
              <a:t>Statisztikák</a:t>
            </a:r>
            <a:r>
              <a:rPr dirty="0"/>
              <a:t>: </a:t>
            </a:r>
            <a:r>
              <a:rPr dirty="0" err="1"/>
              <a:t>átlag</a:t>
            </a:r>
            <a:r>
              <a:rPr dirty="0"/>
              <a:t>, minimum, maximum</a:t>
            </a:r>
          </a:p>
          <a:p>
            <a:r>
              <a:rPr dirty="0"/>
              <a:t> </a:t>
            </a:r>
            <a:r>
              <a:rPr dirty="0" err="1"/>
              <a:t>Felhasználónkénti</a:t>
            </a:r>
            <a:r>
              <a:rPr dirty="0"/>
              <a:t> </a:t>
            </a:r>
            <a:r>
              <a:rPr dirty="0" err="1"/>
              <a:t>adatfájl</a:t>
            </a:r>
            <a:r>
              <a:rPr dirty="0"/>
              <a:t> + User.txt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indítása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futás a Main() → Menü() hívással indul.</a:t>
            </a:r>
          </a:p>
          <a:p>
            <a:r>
              <a:t>Menü kezeli a teljes alkalmazás logikáját.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D2752F7-D20E-4C99-8BEA-511B38613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971" y="3766840"/>
            <a:ext cx="1571844" cy="1057423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2694F07B-F52E-448F-A103-A20E3760D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570" y="3491632"/>
            <a:ext cx="2849628" cy="30146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Menükezelés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TAB: </a:t>
            </a:r>
            <a:r>
              <a:rPr dirty="0" err="1"/>
              <a:t>menüpont</a:t>
            </a:r>
            <a:r>
              <a:rPr dirty="0"/>
              <a:t> </a:t>
            </a:r>
            <a:r>
              <a:rPr dirty="0" err="1"/>
              <a:t>váltás</a:t>
            </a:r>
            <a:endParaRPr dirty="0"/>
          </a:p>
          <a:p>
            <a:r>
              <a:rPr dirty="0"/>
              <a:t> ENTER: </a:t>
            </a:r>
            <a:r>
              <a:rPr dirty="0" err="1"/>
              <a:t>kiválasztás</a:t>
            </a:r>
            <a:endParaRPr dirty="0"/>
          </a:p>
          <a:p>
            <a:r>
              <a:rPr dirty="0"/>
              <a:t> </a:t>
            </a:r>
            <a:r>
              <a:rPr dirty="0" err="1"/>
              <a:t>Színes</a:t>
            </a:r>
            <a:r>
              <a:rPr dirty="0"/>
              <a:t> </a:t>
            </a:r>
            <a:r>
              <a:rPr dirty="0" err="1"/>
              <a:t>kijelölés</a:t>
            </a:r>
            <a:r>
              <a:rPr dirty="0"/>
              <a:t> </a:t>
            </a:r>
            <a:r>
              <a:rPr dirty="0" err="1"/>
              <a:t>ConsoleColor</a:t>
            </a:r>
            <a:r>
              <a:rPr dirty="0"/>
              <a:t> </a:t>
            </a:r>
            <a:r>
              <a:rPr dirty="0" err="1"/>
              <a:t>segítségével</a:t>
            </a:r>
            <a:endParaRPr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B2F32DF-921C-4791-9209-4D1664330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998" y="4067264"/>
            <a:ext cx="1810003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Regisztráció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Név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születési</a:t>
            </a:r>
            <a:r>
              <a:rPr dirty="0"/>
              <a:t> </a:t>
            </a:r>
            <a:r>
              <a:rPr dirty="0" err="1"/>
              <a:t>dátum</a:t>
            </a:r>
            <a:r>
              <a:rPr dirty="0"/>
              <a:t> </a:t>
            </a:r>
            <a:r>
              <a:rPr dirty="0" err="1"/>
              <a:t>megadása</a:t>
            </a:r>
            <a:endParaRPr dirty="0"/>
          </a:p>
          <a:p>
            <a:r>
              <a:rPr dirty="0"/>
              <a:t> </a:t>
            </a:r>
            <a:r>
              <a:rPr dirty="0" err="1"/>
              <a:t>Dátumvalidáció</a:t>
            </a:r>
            <a:r>
              <a:rPr dirty="0"/>
              <a:t>: </a:t>
            </a:r>
            <a:r>
              <a:rPr dirty="0" err="1"/>
              <a:t>TryParseExact</a:t>
            </a:r>
            <a:endParaRPr dirty="0"/>
          </a:p>
          <a:p>
            <a:r>
              <a:rPr dirty="0"/>
              <a:t> </a:t>
            </a:r>
            <a:r>
              <a:rPr dirty="0" err="1"/>
              <a:t>Fájlkezelés</a:t>
            </a:r>
            <a:r>
              <a:rPr dirty="0"/>
              <a:t>: </a:t>
            </a:r>
            <a:r>
              <a:rPr dirty="0" err="1"/>
              <a:t>WriteAllText</a:t>
            </a:r>
            <a:r>
              <a:rPr dirty="0"/>
              <a:t>, </a:t>
            </a:r>
            <a:r>
              <a:rPr dirty="0" err="1"/>
              <a:t>AppendAllText</a:t>
            </a:r>
            <a:endParaRPr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F5068D6-26C0-47F4-B25C-2E5C3DB3A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09" y="4215653"/>
            <a:ext cx="2629267" cy="819264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994694F9-43B2-4463-8816-1CC5AD896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897" y="4031120"/>
            <a:ext cx="6177103" cy="23164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Bejelentkezés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Felhasználófájl</a:t>
            </a:r>
            <a:r>
              <a:rPr dirty="0"/>
              <a:t> </a:t>
            </a:r>
            <a:r>
              <a:rPr dirty="0" err="1"/>
              <a:t>betöltése</a:t>
            </a:r>
            <a:endParaRPr dirty="0"/>
          </a:p>
          <a:p>
            <a:r>
              <a:rPr dirty="0"/>
              <a:t> </a:t>
            </a:r>
            <a:r>
              <a:rPr dirty="0" err="1"/>
              <a:t>Tovább</a:t>
            </a:r>
            <a:r>
              <a:rPr dirty="0"/>
              <a:t> a </a:t>
            </a:r>
            <a:r>
              <a:rPr dirty="0" err="1"/>
              <a:t>mérések</a:t>
            </a:r>
            <a:r>
              <a:rPr dirty="0"/>
              <a:t> </a:t>
            </a:r>
            <a:r>
              <a:rPr dirty="0" err="1"/>
              <a:t>rögzítéséhez</a:t>
            </a:r>
            <a:endParaRPr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1ABB363-EF4A-43C9-B751-973D5CF3C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450" y="891013"/>
            <a:ext cx="2934109" cy="93358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479D9BD-71D8-4D8D-AB5F-F6C4BE0E0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023" y="3909767"/>
            <a:ext cx="5058481" cy="15242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Vérnyomásmérés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Mérések</a:t>
            </a:r>
            <a:r>
              <a:rPr dirty="0"/>
              <a:t> </a:t>
            </a:r>
            <a:r>
              <a:rPr dirty="0" err="1"/>
              <a:t>rögzítése</a:t>
            </a:r>
            <a:endParaRPr dirty="0"/>
          </a:p>
          <a:p>
            <a:r>
              <a:rPr dirty="0"/>
              <a:t> </a:t>
            </a:r>
            <a:r>
              <a:rPr dirty="0" err="1"/>
              <a:t>Kor</a:t>
            </a:r>
            <a:r>
              <a:rPr dirty="0"/>
              <a:t> </a:t>
            </a:r>
            <a:r>
              <a:rPr dirty="0" err="1"/>
              <a:t>alapú</a:t>
            </a:r>
            <a:r>
              <a:rPr dirty="0"/>
              <a:t> </a:t>
            </a:r>
            <a:r>
              <a:rPr dirty="0" err="1"/>
              <a:t>értékelés</a:t>
            </a:r>
            <a:r>
              <a:rPr dirty="0"/>
              <a:t> (</a:t>
            </a:r>
            <a:r>
              <a:rPr dirty="0" err="1"/>
              <a:t>különböző</a:t>
            </a:r>
            <a:r>
              <a:rPr dirty="0"/>
              <a:t> </a:t>
            </a:r>
            <a:r>
              <a:rPr dirty="0" err="1"/>
              <a:t>korcsoportok</a:t>
            </a:r>
            <a:r>
              <a:rPr dirty="0"/>
              <a:t>)</a:t>
            </a:r>
          </a:p>
          <a:p>
            <a:r>
              <a:rPr dirty="0"/>
              <a:t> </a:t>
            </a:r>
            <a:r>
              <a:rPr dirty="0" err="1"/>
              <a:t>Statisztikák</a:t>
            </a:r>
            <a:r>
              <a:rPr dirty="0"/>
              <a:t>: </a:t>
            </a:r>
            <a:r>
              <a:rPr dirty="0" err="1"/>
              <a:t>átlag</a:t>
            </a:r>
            <a:r>
              <a:rPr dirty="0"/>
              <a:t>, max/min, </a:t>
            </a:r>
            <a:r>
              <a:rPr dirty="0" err="1"/>
              <a:t>előfordulások</a:t>
            </a:r>
            <a:endParaRPr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8F7406C-7280-43AB-B160-4ABDF3CB1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106" y="4002532"/>
            <a:ext cx="3861788" cy="2508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Összesített átlag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Más </a:t>
            </a:r>
            <a:r>
              <a:rPr dirty="0" err="1"/>
              <a:t>felhasználók</a:t>
            </a:r>
            <a:r>
              <a:rPr dirty="0"/>
              <a:t> </a:t>
            </a:r>
            <a:r>
              <a:rPr dirty="0" err="1"/>
              <a:t>átlagértékeinek</a:t>
            </a:r>
            <a:r>
              <a:rPr dirty="0"/>
              <a:t> </a:t>
            </a:r>
            <a:r>
              <a:rPr dirty="0" err="1"/>
              <a:t>összevetése</a:t>
            </a:r>
            <a:endParaRPr dirty="0"/>
          </a:p>
          <a:p>
            <a:r>
              <a:rPr dirty="0"/>
              <a:t> User.txt </a:t>
            </a:r>
            <a:r>
              <a:rPr dirty="0" err="1"/>
              <a:t>alapján</a:t>
            </a:r>
            <a:r>
              <a:rPr dirty="0"/>
              <a:t> </a:t>
            </a:r>
            <a:r>
              <a:rPr dirty="0" err="1"/>
              <a:t>fájlbeolvasás</a:t>
            </a:r>
            <a:endParaRPr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62C1F8C-9D60-4489-AF60-83A985E82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907" y="3259791"/>
            <a:ext cx="4370047" cy="35982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Vérnyomás osztály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Szisztolés</a:t>
            </a:r>
            <a:r>
              <a:rPr dirty="0"/>
              <a:t>, </a:t>
            </a:r>
            <a:r>
              <a:rPr dirty="0" err="1"/>
              <a:t>diasztolés</a:t>
            </a:r>
            <a:r>
              <a:rPr dirty="0"/>
              <a:t>, </a:t>
            </a:r>
            <a:r>
              <a:rPr dirty="0" err="1"/>
              <a:t>dátum</a:t>
            </a:r>
            <a:r>
              <a:rPr dirty="0"/>
              <a:t>, </a:t>
            </a:r>
            <a:r>
              <a:rPr dirty="0" err="1"/>
              <a:t>életkor</a:t>
            </a:r>
            <a:endParaRPr dirty="0"/>
          </a:p>
          <a:p>
            <a:r>
              <a:rPr dirty="0"/>
              <a:t> </a:t>
            </a:r>
            <a:r>
              <a:rPr dirty="0" err="1"/>
              <a:t>Kategorizálás</a:t>
            </a:r>
            <a:r>
              <a:rPr dirty="0"/>
              <a:t> </a:t>
            </a:r>
            <a:r>
              <a:rPr dirty="0" err="1"/>
              <a:t>korcsoportonként</a:t>
            </a:r>
            <a:endParaRPr dirty="0"/>
          </a:p>
          <a:p>
            <a:r>
              <a:rPr dirty="0"/>
              <a:t> Max/Min, </a:t>
            </a:r>
            <a:r>
              <a:rPr dirty="0" err="1"/>
              <a:t>HanyszorMagas</a:t>
            </a:r>
            <a:r>
              <a:rPr dirty="0"/>
              <a:t>, </a:t>
            </a:r>
            <a:r>
              <a:rPr dirty="0" err="1"/>
              <a:t>Kor</a:t>
            </a:r>
            <a:r>
              <a:rPr dirty="0"/>
              <a:t>() </a:t>
            </a:r>
            <a:r>
              <a:rPr dirty="0" err="1"/>
              <a:t>függvények</a:t>
            </a:r>
            <a:endParaRPr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9565933-3385-496E-AAA5-203637C2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698" y="4028230"/>
            <a:ext cx="3628604" cy="25760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Összegzés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dirty="0" err="1"/>
              <a:t>Menüvezérelt</a:t>
            </a:r>
            <a:r>
              <a:rPr dirty="0"/>
              <a:t> </a:t>
            </a:r>
            <a:r>
              <a:rPr dirty="0" err="1"/>
              <a:t>konzolos</a:t>
            </a:r>
            <a:r>
              <a:rPr dirty="0"/>
              <a:t> </a:t>
            </a:r>
            <a:r>
              <a:rPr dirty="0" err="1"/>
              <a:t>alkalmazás</a:t>
            </a:r>
            <a:endParaRPr dirty="0"/>
          </a:p>
          <a:p>
            <a:r>
              <a:rPr dirty="0"/>
              <a:t> </a:t>
            </a:r>
            <a:r>
              <a:rPr dirty="0" err="1"/>
              <a:t>Pontos</a:t>
            </a:r>
            <a:r>
              <a:rPr dirty="0"/>
              <a:t> </a:t>
            </a:r>
            <a:r>
              <a:rPr dirty="0" err="1"/>
              <a:t>fájlkezelés</a:t>
            </a:r>
            <a:endParaRPr dirty="0"/>
          </a:p>
          <a:p>
            <a:r>
              <a:rPr dirty="0"/>
              <a:t> </a:t>
            </a:r>
            <a:r>
              <a:rPr dirty="0" err="1"/>
              <a:t>Életkoralapú</a:t>
            </a:r>
            <a:r>
              <a:rPr dirty="0"/>
              <a:t> </a:t>
            </a:r>
            <a:r>
              <a:rPr dirty="0" err="1"/>
              <a:t>logika</a:t>
            </a:r>
            <a:endParaRPr dirty="0"/>
          </a:p>
          <a:p>
            <a:r>
              <a:rPr dirty="0"/>
              <a:t> </a:t>
            </a:r>
            <a:r>
              <a:rPr dirty="0" err="1"/>
              <a:t>Statisztikai</a:t>
            </a:r>
            <a:r>
              <a:rPr dirty="0"/>
              <a:t> </a:t>
            </a:r>
            <a:r>
              <a:rPr dirty="0" err="1"/>
              <a:t>kiértékelések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TM04033919[[fn=Áramkör]]</Template>
  <TotalTime>0</TotalTime>
  <Words>175</Words>
  <Application>Microsoft Office PowerPoint</Application>
  <PresentationFormat>Diavetítés a képernyőre (4:3 oldalarány)</PresentationFormat>
  <Paragraphs>38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Tw Cen MT</vt:lpstr>
      <vt:lpstr>Áramkör</vt:lpstr>
      <vt:lpstr>Vérnyomáskezelő Konzolos Alkalmazás</vt:lpstr>
      <vt:lpstr>Rendszeráttekintés</vt:lpstr>
      <vt:lpstr>Program indítása</vt:lpstr>
      <vt:lpstr>Menükezelés</vt:lpstr>
      <vt:lpstr>Regisztráció</vt:lpstr>
      <vt:lpstr>Bejelentkezés</vt:lpstr>
      <vt:lpstr>Vérnyomásmérés</vt:lpstr>
      <vt:lpstr>Összesített átlag</vt:lpstr>
      <vt:lpstr>Vérnyomás osztály</vt:lpstr>
      <vt:lpstr>Összegzés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Vérnyomáskezelő Konzolos Alkalmazás</dc:title>
  <dc:subject/>
  <dc:creator/>
  <cp:keywords/>
  <dc:description>generated using python-pptx</dc:description>
  <cp:lastModifiedBy>Szilágyi Zsombor</cp:lastModifiedBy>
  <cp:revision>4</cp:revision>
  <dcterms:created xsi:type="dcterms:W3CDTF">2013-01-27T09:14:16Z</dcterms:created>
  <dcterms:modified xsi:type="dcterms:W3CDTF">2025-11-27T09:06:18Z</dcterms:modified>
  <cp:category/>
</cp:coreProperties>
</file>