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1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7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7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8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3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13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5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7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7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549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4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6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22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19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0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78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 err="1"/>
              <a:t>Vérnyomáskezelő</a:t>
            </a:r>
            <a:r>
              <a:rPr dirty="0"/>
              <a:t> </a:t>
            </a:r>
            <a:r>
              <a:rPr dirty="0" err="1"/>
              <a:t>Konzolos</a:t>
            </a:r>
            <a:r>
              <a:rPr dirty="0"/>
              <a:t> </a:t>
            </a:r>
            <a:r>
              <a:rPr dirty="0" err="1"/>
              <a:t>Alkalmazás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Projekt</a:t>
            </a:r>
            <a:r>
              <a:rPr dirty="0"/>
              <a:t> </a:t>
            </a:r>
            <a:r>
              <a:rPr dirty="0" err="1"/>
              <a:t>Prezentáció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Rendszeráttekintés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Konzolos vérnyomáskezelő rendszer</a:t>
            </a:r>
          </a:p>
          <a:p>
            <a:r>
              <a:t>- Regisztráció, bejelentkezés</a:t>
            </a:r>
          </a:p>
          <a:p>
            <a:r>
              <a:t>- Vérnyomásadatok tárolása, értékelése</a:t>
            </a:r>
          </a:p>
          <a:p>
            <a:r>
              <a:t>- Statisztikák: átlag, minimum, maximum</a:t>
            </a:r>
          </a:p>
          <a:p>
            <a:r>
              <a:t>- Felhasználónkénti adatfájl + User.txt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indítása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futás a Main() → Menü() hívással indul.</a:t>
            </a:r>
          </a:p>
          <a:p>
            <a:r>
              <a:t>Menü kezeli a teljes alkalmazás logikáját.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Menükezelés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TAB: menüpont váltás</a:t>
            </a:r>
          </a:p>
          <a:p>
            <a:r>
              <a:t>- ENTER: kiválasztás</a:t>
            </a:r>
          </a:p>
          <a:p>
            <a:r>
              <a:t>- Színes kijelölés ConsoleColor segítségével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Regisztráció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Név és születési dátum megadása</a:t>
            </a:r>
          </a:p>
          <a:p>
            <a:r>
              <a:t>- Dátumvalidáció: TryParseExact</a:t>
            </a:r>
          </a:p>
          <a:p>
            <a:r>
              <a:t>- Fájlkezelés: WriteAllText, AppendAllText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Bejelentkezés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Felhasználófájl betöltése</a:t>
            </a:r>
          </a:p>
          <a:p>
            <a:r>
              <a:t>- Tovább a mérések rögzítéséhez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Vérnyomásmérés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Mérések rögzítése</a:t>
            </a:r>
          </a:p>
          <a:p>
            <a:r>
              <a:t>- Kor alapú értékelés (különböző korcsoportok)</a:t>
            </a:r>
          </a:p>
          <a:p>
            <a:r>
              <a:t>- Statisztikák: átlag, max/min, előfordulások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Összesített átlag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Más felhasználók átlagértékeinek összevetése</a:t>
            </a:r>
          </a:p>
          <a:p>
            <a:r>
              <a:t>- User.txt alapján fájlbeolvasás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Vérnyomás osztály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Szisztolés, diasztolés, dátum, életkor</a:t>
            </a:r>
          </a:p>
          <a:p>
            <a:r>
              <a:t>- Kategorizálás korcsoportonként</a:t>
            </a:r>
          </a:p>
          <a:p>
            <a:r>
              <a:t>- Max/Min, HanyszorMagas, Kor() függvények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Menüvezérelt konzolos alkalmazás</a:t>
            </a:r>
          </a:p>
          <a:p>
            <a:r>
              <a:t>- Pontos fájlkezelés</a:t>
            </a:r>
          </a:p>
          <a:p>
            <a:r>
              <a:t>- Életkoralapú logika</a:t>
            </a:r>
          </a:p>
          <a:p>
            <a:r>
              <a:t>- Statisztikai kiértékelések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0</TotalTime>
  <Words>167</Words>
  <Application>Microsoft Office PowerPoint</Application>
  <PresentationFormat>Diavetítés a képernyőre (4:3 oldalarány)</PresentationFormat>
  <Paragraphs>38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Áramkör</vt:lpstr>
      <vt:lpstr>Vérnyomáskezelő Konzolos Alkalmazás</vt:lpstr>
      <vt:lpstr>Rendszeráttekintés</vt:lpstr>
      <vt:lpstr>Program indítása</vt:lpstr>
      <vt:lpstr>Menükezelés</vt:lpstr>
      <vt:lpstr>Regisztráció</vt:lpstr>
      <vt:lpstr>Bejelentkezés</vt:lpstr>
      <vt:lpstr>Vérnyomásmérés</vt:lpstr>
      <vt:lpstr>Összesített átlag</vt:lpstr>
      <vt:lpstr>Vérnyomás osztály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Vérnyomáskezelő Konzolos Alkalmazás</dc:title>
  <dc:subject/>
  <dc:creator/>
  <cp:keywords/>
  <dc:description>generated using python-pptx</dc:description>
  <cp:lastModifiedBy>Nagy Szabolcs</cp:lastModifiedBy>
  <cp:revision>3</cp:revision>
  <dcterms:created xsi:type="dcterms:W3CDTF">2013-01-27T09:14:16Z</dcterms:created>
  <dcterms:modified xsi:type="dcterms:W3CDTF">2025-11-27T07:24:28Z</dcterms:modified>
  <cp:category/>
</cp:coreProperties>
</file>